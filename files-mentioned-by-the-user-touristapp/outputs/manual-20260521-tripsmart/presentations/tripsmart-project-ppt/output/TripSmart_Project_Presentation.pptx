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87cfde915741f9" /><Relationship Type="http://schemas.openxmlformats.org/officeDocument/2006/relationships/extended-properties" Target="/docProps/app.xml" Id="R8fdc75c96bd24c81" /><Relationship Type="http://schemas.openxmlformats.org/officeDocument/2006/relationships/officeDocument" Target="/ppt/presentation.xml" Id="Rb08851078c5542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5098d86b7c4c86"/>
  </p:sldMasterIdLst>
  <p:notesMasterIdLst>
    <p:notesMasterId xmlns:r="http://schemas.openxmlformats.org/officeDocument/2006/relationships" r:id="R2baea4ef906f489b"/>
  </p:notesMasterIdLst>
  <p:sldIdLst>
    <p:sldId xmlns:r="http://schemas.openxmlformats.org/officeDocument/2006/relationships" id="256" r:id="Re9f60b4503fc466a"/>
    <p:sldId xmlns:r="http://schemas.openxmlformats.org/officeDocument/2006/relationships" id="257" r:id="R5735fe6557d64873"/>
    <p:sldId xmlns:r="http://schemas.openxmlformats.org/officeDocument/2006/relationships" id="258" r:id="R975dc48002554fb4"/>
    <p:sldId xmlns:r="http://schemas.openxmlformats.org/officeDocument/2006/relationships" id="259" r:id="R1345b84f8cf24770"/>
    <p:sldId xmlns:r="http://schemas.openxmlformats.org/officeDocument/2006/relationships" id="260" r:id="Re044c150e8a74afc"/>
    <p:sldId xmlns:r="http://schemas.openxmlformats.org/officeDocument/2006/relationships" id="261" r:id="R7471a3f7aca344f2"/>
    <p:sldId xmlns:r="http://schemas.openxmlformats.org/officeDocument/2006/relationships" id="262" r:id="R5f1416e18c8649ab"/>
    <p:sldId xmlns:r="http://schemas.openxmlformats.org/officeDocument/2006/relationships" id="263" r:id="Rb250e09fa7e24c39"/>
    <p:sldId xmlns:r="http://schemas.openxmlformats.org/officeDocument/2006/relationships" id="264" r:id="R363a17a8d8b74a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098d86b7c4c86" /><Relationship Type="http://schemas.openxmlformats.org/officeDocument/2006/relationships/theme" Target="/ppt/theme/theme1.xml" Id="R7cc8a766206f4869" /><Relationship Type="http://schemas.openxmlformats.org/officeDocument/2006/relationships/notesMaster" Target="/ppt/notesMasters/notesMaster1.xml" Id="R2baea4ef906f489b" /><Relationship Type="http://schemas.openxmlformats.org/officeDocument/2006/relationships/presProps" Target="/ppt/presProps.xml" Id="Re004e4a3a0914ae4" /><Relationship Type="http://schemas.openxmlformats.org/officeDocument/2006/relationships/viewProps" Target="/ppt/viewProps.xml" Id="Rb368de2a1e344388" /><Relationship Type="http://schemas.openxmlformats.org/officeDocument/2006/relationships/tableStyles" Target="/ppt/tableStyles.xml" Id="Ref14022ab4d84d7d" /><Relationship Type="http://schemas.openxmlformats.org/officeDocument/2006/relationships/slide" Target="/ppt/slides/slide1.xml" Id="Re9f60b4503fc466a" /><Relationship Type="http://schemas.openxmlformats.org/officeDocument/2006/relationships/slide" Target="/ppt/slides/slide2.xml" Id="R5735fe6557d64873" /><Relationship Type="http://schemas.openxmlformats.org/officeDocument/2006/relationships/slide" Target="/ppt/slides/slide3.xml" Id="R975dc48002554fb4" /><Relationship Type="http://schemas.openxmlformats.org/officeDocument/2006/relationships/slide" Target="/ppt/slides/slide4.xml" Id="R1345b84f8cf24770" /><Relationship Type="http://schemas.openxmlformats.org/officeDocument/2006/relationships/slide" Target="/ppt/slides/slide5.xml" Id="Re044c150e8a74afc" /><Relationship Type="http://schemas.openxmlformats.org/officeDocument/2006/relationships/slide" Target="/ppt/slides/slide6.xml" Id="R7471a3f7aca344f2" /><Relationship Type="http://schemas.openxmlformats.org/officeDocument/2006/relationships/slide" Target="/ppt/slides/slide7.xml" Id="R5f1416e18c8649ab" /><Relationship Type="http://schemas.openxmlformats.org/officeDocument/2006/relationships/slide" Target="/ppt/slides/slide8.xml" Id="Rb250e09fa7e24c39" /><Relationship Type="http://schemas.openxmlformats.org/officeDocument/2006/relationships/slide" Target="/ppt/slides/slide9.xml" Id="R363a17a8d8b74a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481dcd714e94c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93ce9fbd644f28" /><Relationship Type="http://schemas.openxmlformats.org/officeDocument/2006/relationships/notesMaster" Target="/ppt/notesMasters/notesMaster1.xml" Id="Rf51eb7caea7d4a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174064ae97432b" /><Relationship Type="http://schemas.openxmlformats.org/officeDocument/2006/relationships/notesMaster" Target="/ppt/notesMasters/notesMaster1.xml" Id="R477717468ec745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75fb7d0ef04870" /><Relationship Type="http://schemas.openxmlformats.org/officeDocument/2006/relationships/notesMaster" Target="/ppt/notesMasters/notesMaster1.xml" Id="Ref283c239a4042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492570bc504470" /><Relationship Type="http://schemas.openxmlformats.org/officeDocument/2006/relationships/notesMaster" Target="/ppt/notesMasters/notesMaster1.xml" Id="Re7a463a7524a4d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d9272b7ffc4828" /><Relationship Type="http://schemas.openxmlformats.org/officeDocument/2006/relationships/notesMaster" Target="/ppt/notesMasters/notesMaster1.xml" Id="Rf591ecc3f55042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43497cddbd49f9" /><Relationship Type="http://schemas.openxmlformats.org/officeDocument/2006/relationships/notesMaster" Target="/ppt/notesMasters/notesMaster1.xml" Id="R540689e9908a47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d325bad82b4b0e" /><Relationship Type="http://schemas.openxmlformats.org/officeDocument/2006/relationships/notesMaster" Target="/ppt/notesMasters/notesMaster1.xml" Id="R9356775d669143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a053f1297f4171" /><Relationship Type="http://schemas.openxmlformats.org/officeDocument/2006/relationships/notesMaster" Target="/ppt/notesMasters/notesMaster1.xml" Id="R2ea6baab5b5445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d1bf63a3e44826" /><Relationship Type="http://schemas.openxmlformats.org/officeDocument/2006/relationships/notesMaster" Target="/ppt/notesMasters/notesMaster1.xml" Id="R6244436c80e744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b62d039b74ba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a720cbbf7ae4b6b" /><Relationship Type="http://schemas.openxmlformats.org/officeDocument/2006/relationships/slideLayout" Target="/ppt/slideLayouts/slideLayout2.xml" Id="Rf1b806b3604544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b806b3604544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7fe9419d5f407b" /><Relationship Type="http://schemas.openxmlformats.org/officeDocument/2006/relationships/notesSlide" Target="/ppt/notesSlides/notesSlide1.xml" Id="R9c80b341fb4144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0ad2021f6f40b5" /><Relationship Type="http://schemas.openxmlformats.org/officeDocument/2006/relationships/notesSlide" Target="/ppt/notesSlides/notesSlide2.xml" Id="R26889ffc0a414a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20ace078724e7b" /><Relationship Type="http://schemas.openxmlformats.org/officeDocument/2006/relationships/notesSlide" Target="/ppt/notesSlides/notesSlide3.xml" Id="R179ec62ff5984e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b36bd8225743f3" /><Relationship Type="http://schemas.openxmlformats.org/officeDocument/2006/relationships/notesSlide" Target="/ppt/notesSlides/notesSlide4.xml" Id="R9817450b20824f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1094151d324008" /><Relationship Type="http://schemas.openxmlformats.org/officeDocument/2006/relationships/notesSlide" Target="/ppt/notesSlides/notesSlide5.xml" Id="R07618fbec0cd4e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55c2e4edf14725" /><Relationship Type="http://schemas.openxmlformats.org/officeDocument/2006/relationships/notesSlide" Target="/ppt/notesSlides/notesSlide6.xml" Id="R12b8ba49252945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7a1ba567f54f74" /><Relationship Type="http://schemas.openxmlformats.org/officeDocument/2006/relationships/notesSlide" Target="/ppt/notesSlides/notesSlide7.xml" Id="R34c26c35b3aa40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c2a108493a4470" /><Relationship Type="http://schemas.openxmlformats.org/officeDocument/2006/relationships/notesSlide" Target="/ppt/notesSlides/notesSlide8.xml" Id="R20b315c1973f42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bd93a1e88147bb" /><Relationship Type="http://schemas.openxmlformats.org/officeDocument/2006/relationships/notesSlide" Target="/ppt/notesSlides/notesSlide9.xml" Id="Rfafb9a5e017149e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1A4B69-3236-4AAF-8211-6D372910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D74E7-71AA-4441-B3D3-4B76D511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CE82E-3467-43D5-9844-68A34649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7A10F-A669-4C4C-A092-D29C9A0E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FAE60-2B86-44B9-9E1F-2B3495FF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0B7BF-5126-4D5F-8D7A-D36BFC9E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3A17F-C178-44A0-AE03-EEAF01A2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E1976-E5E8-4E03-822A-A87E75B0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D9F4D-4F38-451A-908F-7CDEE543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21F9D-3020-49A6-837F-BD9EFE58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F1185-5655-4490-993A-3EF3E398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B4C51-CF56-4A7A-9A7F-2966E26B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6462F-789B-4315-AC31-795FD98A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37238-C237-4119-9976-8C58B8F6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A807B-E70B-478D-8410-B72E7872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08C4C-FF54-4C57-BE2C-DEC59EDC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E265E-7054-4A2C-A1BF-9B78C2E7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8451C-4DF8-4125-A05D-1C48D3A4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C4213-2511-41E0-99B7-7F398D4D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6F218-A1CB-4390-8C04-4BD6466A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32033-DE56-4C89-A7E1-50540456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B9733-DAB0-4492-B440-FF65A39B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79AED-5D2A-40F9-B4A0-0DF6C2DD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6DAD9-F1BE-41B5-8AF3-DFF64217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82EA6-368D-480E-BC1F-086047CF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E5F0DC-AFC1-4F8D-A24A-5BC9B4FA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B0E776-C57C-4368-9272-CE29DFE3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5149AE-50BF-441B-AB74-1633374C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6ADACE-E658-446D-9215-5E417698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78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6F8D97-475D-4F6F-B350-16AD6627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4118"/>
            </a:srgbClr>
          </a:solidFill>
          <a:ln xmlns:a="http://schemas.openxmlformats.org/drawingml/2006/main" w="9525">
            <a:solidFill>
              <a:srgbClr val="14B8A6">
                <a:alpha val="50196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799F8C-822D-4D6B-8FFB-093919B4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FULL STACK PROJECT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5DB82C-134D-4320-A436-18D83182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TripSmart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ED87BF-76FA-4870-A480-9EF10A8B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Smart Travel Buddy App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DF740F-4D8C-4EC0-B6C8-9CDD7616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polished travel planning product with a responsive frontend, Node backend, SQLite database, and persisted user actions.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3A4D6D-5B1F-4F34-8F28-AD99A835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38200"/>
            <a:ext cx="4476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D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F12B05-DF3A-4929-9572-546B3FE5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14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BC22E7-AFE2-428B-930E-6CD417D2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1937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Backend API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09C01A-E1C1-4C2D-862A-A7E5CB09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SQLite DB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DD3CFC-987F-47F2-9A2E-B7457F4C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52600"/>
            <a:ext cx="125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4118"/>
            </a:srgbClr>
          </a:solidFill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5C3752-ED24-4DC5-980B-BD5663B2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25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14118"/>
            </a:srgbClr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85E092-1C04-4059-8C6E-6BC27753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005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14118"/>
            </a:srgbClr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C04D52-3CFB-4165-8AB0-E69D8ADA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67200"/>
            <a:ext cx="12573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14118"/>
            </a:srgbClr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E2EB0E-F887-4461-A655-68D61EC8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43125"/>
            <a:ext cx="3810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5E1522-0C9B-4780-BDDC-5AA53A21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9950"/>
            <a:ext cx="38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5AC4F6-4A7E-41EF-AA00-8DE8C4DF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6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3A15F1-22C3-4C65-B672-845F1B3F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7D348E-E67A-4BDD-B4F0-7B97BB54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seeded destinations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BCE87E-D6CA-45B4-9B32-C3B73B2B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957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6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62C745-37DB-418E-9D30-E73A4946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19575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B83E73-DA14-4EEE-AC5A-27D5F1BB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910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database tables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A142D3-7155-4950-B6AA-329A93A0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6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195233-B8ED-4B51-82C6-756CC976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19575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12+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D8D4CF-C183-42BA-9A5D-D49E6FFA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API-backed actions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3E5EE1-4F53-484E-A7B0-6F0C571E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TripSmart project deck / 01</a:t>
            </a:r>
          </a:p>
        </p:txBody>
      </p:sp>
    </p:spTree>
    <p:extLst>
      <p:ext uri="{BB962C8B-B14F-4D97-AF65-F5344CB8AC3E}">
        <p14:creationId xmlns:p14="http://schemas.microsoft.com/office/powerpoint/2010/main" val="10307752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AD22CE-16B9-4D1F-9358-FA79A01F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B48CF-4171-4A61-B985-A3D902F3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4B6FD-E02E-49D1-99AF-62225663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84C23-9AAF-48BC-A699-BB7AE59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61340-73EF-46F5-B147-16EE6DC9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E5E81-1590-49AB-8F7D-46E94BC6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C504F-02B5-4763-B235-13109508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80A60-1551-4754-8B12-E7C95FB4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8E397-BA09-429F-9808-E44FD618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E8CE4-5931-43EF-8277-895F51CE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96BF5-18FB-4BE3-92B6-5E4BC03D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E5D85-EBF9-471E-AD27-F9608553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AA0FB-D43E-4F6C-8C07-01F88685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77940-C0C7-489B-A133-50E8106B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637DD-3A02-4D22-8B58-45158D97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677B9-F05D-4F9D-A44B-CCB3B44D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F63AB-70B6-4E72-889C-C4AB47F8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E61B0-1AAF-495B-AF37-16D3A938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51F12-0F95-4DA5-9B43-E79C23F0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27933B-3659-4158-9445-3CA835B7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2774F-F012-4FCA-B67C-AC12A064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B4E56-BD68-4FB1-91DF-38F8E6F6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C537F-9CE6-42BF-A227-F76B58FF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53A710-C126-42CE-A603-F20ABFD6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2780A3-E3AA-4D58-827A-3D06D0D8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C0395A-7459-4EA4-AFE1-09478368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6231F-D991-4B45-A168-62B0D078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EB7A3E-B5B3-4053-AD15-7B6C9613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609F62-9ED8-4F3D-A499-E5142574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78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2D23D2-F59C-4D36-9CB1-0B5E9108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4228F5F-66B2-4744-9CDE-29DEE36F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7099DD-E896-4B52-8118-CDD8A8AE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Travel planning breaks when every decision lives in a different place.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2EE40B-D9BA-47D6-BC12-BCF4406C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6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7D179B-4EEB-42DC-828E-8F3CF6B7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A16B52-22AD-4253-BC53-4071F31D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Where to go?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64B176-3BCE-41F7-9BB7-2AF92C7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40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Season fit, city options, safety, culture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827543-921F-4D11-BCFE-FDE822EE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241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3C6516-0723-4A72-9F0D-772EA599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765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F0DC1B-45D4-449D-81E9-5B8864A1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6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38655D-8E70-44C8-9987-05082EA3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866879-38D3-4445-91D3-473F07EB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146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to see?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8A2029-5B2B-416E-B4AD-0A1B3D57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90825"/>
            <a:ext cx="140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Places, distance, ratings, local services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14D1CE-93D4-4B62-908C-01654666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241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B53D0B-5E83-4EDC-B90D-BF2D8A4D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765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0DA206-CDB9-4E67-A5AE-6FDBDB25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6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E6F9F6-49FE-43CC-9679-78FFB458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04D17A-407D-448F-87C5-466881ED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146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Can I afford it?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3B3372-EF2D-4C79-B924-514ECD6A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90825"/>
            <a:ext cx="140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Travel mode, stay, food, local transport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3A30CA-6140-4135-9CA6-14086143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241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4516E0-C670-4697-935B-C61722C8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765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05BF3A-90BC-4789-92BF-77A0CC9A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6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31DAC4-8203-44BF-B027-4C87931D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6EE971-8573-4AC2-855B-3158D72F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Where to stay?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DFB71F-F214-49F4-BAD7-AFF59B66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90825"/>
            <a:ext cx="140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Hotel type, price, distance, booking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E8A609-DF05-4322-AD75-EF4761A0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241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CD529E-CE18-47CF-9D50-5066C246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765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27E1A1-AF49-4531-A7C3-FDDC941B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6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33BADE-26C0-4880-8741-C853FA9F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049F54-CA98-4F37-8F4C-534D36D8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146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happened?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1AFB29-3F24-414A-A72A-875CD6A0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90825"/>
            <a:ext cx="1409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Reviews and saved history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00E4F1-DF03-4BD3-8DC3-19462415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>
              <a:alpha val="85098"/>
            </a:srgbClr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9CA4EA-791A-4880-9B89-C2AEE9F4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TripSmart project goal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1662AC0-9E73-4126-AA07-2CC13945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Replace scattered planning with one guided app that remembers user choices and turns planning actions into saved records.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CCCC0C-BEF0-4701-9AF2-AC2A1FAB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TripSmart project deck / 02</a:t>
            </a:r>
          </a:p>
        </p:txBody>
      </p:sp>
    </p:spTree>
    <p:extLst>
      <p:ext uri="{BB962C8B-B14F-4D97-AF65-F5344CB8AC3E}">
        <p14:creationId xmlns:p14="http://schemas.microsoft.com/office/powerpoint/2010/main" val="7129439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070E04-899C-4C3E-870F-BD39C48A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B4D99-4F72-4620-8EA7-18DCA02B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71B1C-184A-4923-884B-AF2E4BBD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077DA-A407-4144-82A8-D616A516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32F3C-66EB-417F-8FF5-62034D4C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E5164-70F3-48EE-996A-37B56849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02C7A-A23D-43EF-BF73-DE49C4C7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04D5B-E098-41FA-8EDC-0B9B053E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443CD-3464-43FC-8524-749DB25D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273F3-A305-469A-A11F-6A609B4E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1A0F5-E13F-44C9-AB4D-5C6C9FFD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87EF5-0F29-42D3-951C-EED6964E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C7969-A1E2-4020-96A6-E4F53843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E47D6-8B8A-4555-86A9-56A93632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F26CB-3263-4017-8506-CAECD56B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51F97-AE41-4D88-865D-86A590CA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75784-F69C-4E10-AFF9-F286DAA2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E15F7-9B2C-4E35-9D6E-D08033AF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8C400-B8D0-4F70-A84F-74902411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1411B-AA41-4DC7-A35B-7B724E27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66C0A-E52E-42D3-A672-1F7AAD7E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32725-91CC-4B5B-AB84-84E476BD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DBAD3-894F-4F35-89B6-E9A8C7D9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291FDB-8070-4C22-91FD-96B1F6C2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9423B-6F12-408B-A975-6A08E4FC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23488-3E94-43F5-B106-620A7EFB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0F5329-F947-4B10-BFCF-A31D6197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E8C470-19DE-4EDC-B77E-D78B7412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9702A1-35CA-4392-8DF7-3F316B48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78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AE74EF4-293E-4358-9259-37B74F1F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7777A4-E0EB-4BDA-AC1C-A43958C8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48C508-4BA9-49C8-9936-5498A3D4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TripSmart compresses discovery, planning, booking, and review into one travel loop.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D14112-CE06-4681-9B24-064EC822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>
              <a:alpha val="10196"/>
            </a:srgbClr>
          </a:solidFill>
          <a:ln xmlns:a="http://schemas.openxmlformats.org/drawingml/2006/main" w="28575">
            <a:solidFill>
              <a:srgbClr val="14B8A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E29A60-9F78-46C1-ABB7-49507081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2420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TripSmart</a:t>
            </a:r>
          </a:p>
          <a:p xmlns:a="http://schemas.openxmlformats.org/drawingml/2006/main">
            <a:pPr algn="ctr"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Travel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4986B0-3948-4523-A3A2-8622E443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08F8EB-1569-4CC7-BE27-3DC681F2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431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4118"/>
            </a:srgbClr>
          </a:solidFill>
          <a:ln xmlns:a="http://schemas.openxmlformats.org/drawingml/2006/main" w="9525">
            <a:solidFill>
              <a:srgbClr val="14B8A6">
                <a:alpha val="50196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8BD9BE-AF17-44C4-BAAD-20308189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03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Season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8D5BEC-22EA-4C01-8C5C-7D37E059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recommend cities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711A6C-BC81-4B98-8816-9FA58B57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D2F163-AA1A-46C8-A3D6-B01C0CE8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14118"/>
            </a:srgbClr>
          </a:solidFill>
          <a:ln xmlns:a="http://schemas.openxmlformats.org/drawingml/2006/main" w="9525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C55920-8D6E-4B32-B6D5-D9396FD6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Guide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DBC3C7-3459-4D5F-9617-9F569C1C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places + hotels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513712-0D83-4085-A546-A7C51A17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16094B-6A51-484B-9DA4-EB2FC751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672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14118"/>
            </a:srgbClr>
          </a:solidFill>
          <a:ln xmlns:a="http://schemas.openxmlformats.org/drawingml/2006/main" w="9525">
            <a:solidFill>
              <a:srgbClr val="38BDF8">
                <a:alpha val="50196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A2EF60-019F-40EA-A337-BD7C6673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244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Planner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911DED-303E-4734-87B5-2965C0FA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673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budget + itinerary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A92B9E-F0E8-4EAB-A266-8E40AADE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1485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33FC32-E586-4457-AA61-22C8DE73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672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>
              <a:alpha val="14118"/>
            </a:srgbClr>
          </a:solidFill>
          <a:ln xmlns:a="http://schemas.openxmlformats.org/drawingml/2006/main" w="9525">
            <a:solidFill>
              <a:srgbClr val="FBBF24">
                <a:alpha val="50196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A6810E-806E-4E68-906B-A61CDC2B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244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A85345-5BDC-49C1-9ED6-FBDB64E5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673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saved trips + reviews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5560D4-4E77-4B91-92C0-06AE7D97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47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A8EB79-9DEA-4C33-82A8-56ADA2C2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337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046A89-146E-4985-BBF9-B72807B3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670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4B3C49-39F4-4320-83CD-1D336DC8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38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37163A-12CD-4648-9838-1BF24D61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810407-BF88-487D-85D7-48B95E2B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957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8634D2-6224-4A23-914A-0DF11AB2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38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3EA02C-DECD-48E1-8BA8-ECC2BA38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TripSmart project deck / 03</a:t>
            </a:r>
          </a:p>
        </p:txBody>
      </p:sp>
    </p:spTree>
    <p:extLst>
      <p:ext uri="{BB962C8B-B14F-4D97-AF65-F5344CB8AC3E}">
        <p14:creationId xmlns:p14="http://schemas.microsoft.com/office/powerpoint/2010/main" val="13024731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B4FBB6-657A-4978-A8F4-A22A3262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21E7F-A0FD-4CC1-B93B-621B240A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7ADE4-4A88-4DB8-AD57-B41B7AE9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6A486-35AD-4711-B7B7-D65F6DEB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54139-1B27-472D-8122-DFE92255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A178D-106C-4790-A6F4-748CA220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7A993-4FD4-4005-976B-12D13FB8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FE72E-2206-4DFF-9F93-99F8ED2C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D69EA-2E60-44E6-BCE3-DE103866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BEF7B-600C-400E-9B51-94D5A61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367D7-0E45-421A-A24C-1829FCBD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3B51D-A947-44CA-97F9-5AB12614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21DC3-5EC6-43F5-A1FE-D5BA4012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FEFE0-6688-47F1-9B48-A6DF2711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FFACC-C465-4ECB-BD76-4A240A96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AD075-B1C7-4EA3-8820-E3F311BC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BBD8C9-D930-4970-A44E-7D22EB87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06E1F-CFAB-4652-B4B0-289AB91E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812EF-12DC-44E2-B63B-1F5740DB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1A948-B3CC-41D2-A082-B8542A60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7065C-20D8-40D6-971D-644AEA39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041B4-2BCD-4807-ADBB-3E659053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1AFBE-FE9B-43A9-AB96-378A33FD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C8809-823A-427B-B245-6D415604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352BA8-E8D6-44D9-ADF8-06D57F59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DC07A-4F96-4193-900C-066B67D1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EB9FFE-E36B-4EFF-AC9A-5BEFEF93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9E1028-56B0-4D5B-8356-B4806B4C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CA57B2-CCD1-43B6-9983-FBC184A2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78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E81C45-4352-403D-9AEB-4CF5F1A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300677-FEE2-4C65-A3AC-8C0267D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409B72-1D3C-4129-972E-13DF92FF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UI became a responsive product surface with real travel actions.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9EA433-0C62-4E08-A321-583B8E6D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31432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A22D94-483C-40F6-BC32-ED5210E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62150"/>
            <a:ext cx="28003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DC80B4-AE17-488D-BE7E-2385C98B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76425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C7B992-78AF-494F-842F-A52FF252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2533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54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F7D6AE-8DB4-4A55-B0CA-2A2EB164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003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Kerala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8A3689-AD89-41D7-ACE5-E605075F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0035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Backwaters, tea gardens, Ayurveda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54E4A2-6D20-4F71-AF6A-F631A180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4330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14118"/>
            </a:srgbClr>
          </a:solidFill>
          <a:ln xmlns:a="http://schemas.openxmlformats.org/drawingml/2006/main" w="9525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F1DA11-C3D9-482C-B42F-9F024D78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004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Plan trip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70352D-92CA-492B-8B19-2EB8488D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4330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4118"/>
            </a:srgbClr>
          </a:solidFill>
          <a:ln xmlns:a="http://schemas.openxmlformats.org/drawingml/2006/main" w="9525">
            <a:solidFill>
              <a:srgbClr val="14B8A6">
                <a:alpha val="50196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9034A1-C3A2-4BF4-9AA9-978B0514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Book stay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570539-9BEA-4994-AE03-65DCC275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4330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>
              <a:alpha val="14118"/>
            </a:srgbClr>
          </a:solidFill>
          <a:ln xmlns:a="http://schemas.openxmlformats.org/drawingml/2006/main" w="9525">
            <a:solidFill>
              <a:srgbClr val="FB7185">
                <a:alpha val="50196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D03576-E824-4474-A1E1-1D01651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004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0087F5-55B1-4B14-8C42-DCCF72BC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2457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986BB9-EE99-4C70-878F-504A8FD0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148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Top places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2F042F-D325-4239-86B3-820AF179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2457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DA9595-10AC-4907-9DA8-93AB17D2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Hotels &amp; stays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715219-B2BB-4DBC-8C0D-7482A8F6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53000"/>
            <a:ext cx="2457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0399FE-939B-4EDB-B07A-64AB61C2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Nearby services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E5A143-0F05-470B-AE32-2BABB755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669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46A885-205E-42C3-A110-D5B2FC6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907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33971D-2384-47D2-9045-EF099DEE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47900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Login, register, guest mode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DD3A2E-C6EF-4029-B46E-97E9592A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241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C75A3B-FFE5-479D-8FF5-64D8C1AA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479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9DF5B7-CE5C-4743-BB7F-BC17E8CC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Search, season filters, saved places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0DDAAF-7AC8-4B2A-AD08-85E138E7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2990DD-B87F-4870-8AA3-41850E4E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290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Planner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1119A1-B676-4199-A746-AA8EEDCC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86250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Days, mode, budget estimate, itinerary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7B2D69-17D7-40B8-86E0-7B547E16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962C8B-9BBA-4ADB-8089-9DCD61A0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863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D0BB7D-CB5C-4E63-9604-2B53D0FE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43500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Stored trips and destination reviews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44DDB2-CF0C-4EDA-A8B0-58B843E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AB47C5-5394-4F27-A28C-1AC1B914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1526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E91E7ED-4435-476F-B2A6-D1DC157D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2876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5E8EBD-5C40-47EA-A8FB-325884CD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99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FB4BA0-5718-4D3B-9B92-CDBC5CC4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B365A4E-6B40-4061-B0F2-D9207767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191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46AA1BE-08A6-4887-B975-6942E244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72050"/>
            <a:ext cx="2876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CDBE2D3-F0B1-4C5A-9874-589C4A9D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0482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A458BA-9C6F-4355-BC16-BBCA8EE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TripSmart project deck / 04</a:t>
            </a:r>
          </a:p>
        </p:txBody>
      </p:sp>
    </p:spTree>
    <p:extLst>
      <p:ext uri="{BB962C8B-B14F-4D97-AF65-F5344CB8AC3E}">
        <p14:creationId xmlns:p14="http://schemas.microsoft.com/office/powerpoint/2010/main" val="5517879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DBC2DC-0211-4448-8DB8-8E331F7F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7CA8C-F284-42F2-B35C-36A11EEF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A29E8-611C-4510-B5B6-8889A491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C8FB2-3E23-4788-AA9F-7D0D5629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FB2A7-5035-41FB-AC4C-19E4D93C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4FC27-BFA8-4A3F-893A-CCD6857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32643-E66B-4C05-9512-B5B475F2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DB740-93F6-4AAE-BEC1-42AD6AC5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3159C-CC77-485B-BD78-10071D4C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DF5C5-9718-458E-93B3-DDE228D8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C95C4-D45A-463E-8677-368C85DD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8E1A7-DBA6-4D2D-B768-F52CEFAE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D87A1-F38E-43DE-B642-E9C9F307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7B296-CE86-4319-8679-66ECADE4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A86E4-535B-42C0-857D-353E21F0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4CB5C-20CD-4CC9-AC5C-760EB1CF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51DD5-1549-4054-90F5-792881C0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2C2E5-FE0E-4D0A-AD38-4FC931BC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B2BE5-B26A-4838-97B6-B3E81805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2AC54-F2AA-456C-9E74-9C5DABE0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7C4B9-9A38-429D-9037-492F8FC7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D41CB-F115-4229-A11C-B71532C4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67A4C-87FB-4C77-85D3-AB2E6C61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43C904-6D7B-4B2C-B43F-EC8DCCFF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EF1171-B1E4-4BD8-9491-CABCF6D2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1C92B-EB10-4F90-8764-16687529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5B90E8-08E7-4937-9BD7-0C15EF8F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A067E8-A67E-419F-A1BE-F84B0EF9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A22B36-298F-47B6-85F8-72249CF7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78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03C74D0-E3DD-4336-93E0-62878D3F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5AFBE5-36EF-4C2F-AFDE-46B97990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B94738-9735-4261-95FA-09933542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Every user action travels through a simple frontend-to-API-to-database path.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3F7892-41F5-4E0D-A332-04D9133E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6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5D2E30-749B-44EA-ADBA-7FF7BEC1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83E60D-BB58-4BC7-9C16-1CAC14D3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Browser UI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8274AF-3AD6-4EB1-89E2-D888F0D0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public/index.html, styles.css, app.js</a:t>
            </a:r>
          </a:p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Responsive views and fetch calls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C0A340-794A-4E9F-B295-70FA0EBF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6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1E47D8-8291-452D-9E5D-D431F5D3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756352-6E45-4EF1-BDFE-D0F0E9DD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146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Node HTTP server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359E45-8DA0-498A-910B-E9E5C33E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90825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server.js</a:t>
            </a:r>
          </a:p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Routing, validation, cost logic, itinerary logic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3F0D27-7F8F-4CBC-A47E-BF382D21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6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9E8D55-8FEC-4743-BECF-C353CBBC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BCA7D0-BC09-4F11-9F90-2DE61197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146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SQLite database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1A8488-0CFB-414D-B088-35F91D1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90825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data/tripsmart.sqlite</a:t>
            </a:r>
          </a:p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Users, destinations, trips, bookings, reviews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B3722F-520D-4830-A056-80D19A20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62275"/>
            <a:ext cx="175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635083-C560-4AD7-B278-4A95CCC5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16381B-29D4-48B8-AC48-B2A7196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62275"/>
            <a:ext cx="175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072808-2440-4446-B374-2D03FB4F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146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AF81D2-D0FA-41F7-A382-2A9F903F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051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fetch('/api/...')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D84E69-C29F-4632-9020-91D32BB8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051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SQL statements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20D860-76FA-4F09-AF9D-660D5A41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>
              <a:alpha val="85098"/>
            </a:srgbClr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1DB800-6B99-4326-BA8B-B778BF06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Why this stack works for the project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F5B0B0-5531-499E-838F-0B65E24E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482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No dependency-heavy setup, portable local database, real persistence, and enough API structure to demonstrate full-stack behavior clearly.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4A8D26-72ED-4F54-9B0D-FAE7F530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TripSmart project deck / 05</a:t>
            </a:r>
          </a:p>
        </p:txBody>
      </p:sp>
    </p:spTree>
    <p:extLst>
      <p:ext uri="{BB962C8B-B14F-4D97-AF65-F5344CB8AC3E}">
        <p14:creationId xmlns:p14="http://schemas.microsoft.com/office/powerpoint/2010/main" val="20365112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FFDC6F-5D02-44ED-BD33-01E58FBF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FCFDE-0452-411F-B864-C9D2933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F3A0D-5349-437A-93D9-50FF6CA4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1F6AF-B596-4E20-9EAF-70AF8EDE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E5468-2929-43AC-BCCE-00264D88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81B13-0722-49E7-B840-4A990949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36A32-3CE2-4809-A107-4EBE1A1E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9F1BA-740D-4C71-A981-CACF0EF5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689B6-0940-4896-AC2A-D2BDEC39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01CE3-3A15-4DFE-85F4-B6BE28D6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FCDE4-61E3-4DBF-A61F-6DE36B45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AEE0A-4E5B-495A-B0C5-F6A01B2F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F2C93-6863-47BA-A08F-87BE04B4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CCB4B-8E47-4A0B-A473-C28456A1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9B314-609B-4238-B9CC-E58ED95B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0C09E-D3C8-496A-A00D-D521853A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08F2C-FBE1-42FC-AD8E-D49AEADB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3FC3F-AEB1-43E6-AE5B-C577E5EA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E6460-63E0-4AD0-AD5A-7F9E2322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8E357-CF01-4C12-9765-C0B1ED24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8D91B-170C-4CBA-B538-63F5CEF0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41803-06A6-4B89-AC32-85043AA5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CE136-7A1A-4229-8F0F-48A2D4A9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2EC542-70E2-49BE-A8DA-AB21C0B8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3F6C6-247A-4252-B932-5144C9A5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2B1D9E-A669-41E9-A0CB-FF65CD3A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170EBB-B560-4CE5-96DA-51E876BE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67CDA5-8628-466B-A922-28E056E7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2F9192-C89B-48D0-9A08-0F23DBBF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78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10C6CE-6183-4025-9BA4-808D19B7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B324064-653D-44CF-BC07-A27B7481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126ED5-77AB-4E0C-8A4E-1B9C2773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SQLite schema captures the travel product as reusable business objects.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719D92-0E0B-43E9-A912-082391DA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636081-2199-414F-B4C9-BC42652B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18824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7FE1BA-BCD2-412F-B58D-DD19BC70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736EA1-B7CD-4895-B469-06C4BF76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id PK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682753-6D1E-40B9-A5D6-0226037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name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8080F9-2C68-4B87-A2B0-5072E9AE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email unique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ED4FB4-7E03-4AA1-9AEC-37A1817B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password_hash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8569F8-8D75-46FD-B346-D8CE4D36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38350"/>
            <a:ext cx="1809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7184AD-4F0D-4E8C-A73E-0096423B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383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18824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A7AEF7-C77B-4D5A-9FC9-F9009B10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1455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destinations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103F16-238A-4CAC-BA72-79FDFCF2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765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id PK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05D981-E1EB-4A17-8E78-35FEA1F2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241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8C07FD-2892-44E8-BA32-CACD50DA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718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season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9057CA-4ABF-46D1-9049-9038C33C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194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rating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E234F9-A9F4-43E1-AFFC-B8569BAA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671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lat / lng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655AD0-E528-4C3B-BECA-B215BCC9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619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4CC484-FC39-4710-AD6C-B5AF59A5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8824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C19E36-5B3A-406C-BADB-3518E25F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145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places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C4E99A-01F3-4BD0-8442-95BB37E3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destination_id FK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BC0B25-783A-44E4-8924-AFF997FB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name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F3A6F3-5136-4151-9EF1-6D5DC6B2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71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DC53C6-D72C-4A98-B082-A924E39E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194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distance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CC951C-03B9-4760-8BEA-08FABEE4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38350"/>
            <a:ext cx="1619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502A10-1DA4-4510-8DE5-8AC2822C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38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>
              <a:alpha val="18824"/>
            </a:srgbClr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D7CDF5-606A-4809-BE9C-EF4ED18F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145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hotels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E6A0BEB-611C-4565-A0E3-A466CF8D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destination_id FK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0AFA86-1017-4018-A2F1-EB18DF49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241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FAB27D-7FD4-4784-8A8E-E538C4F9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rating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0032FB4-C285-49B4-95EA-E664630E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194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distance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C2A0A5-903E-4BBC-B3FD-83F3D139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00550"/>
            <a:ext cx="1809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2F91483-B92B-4774-8F5E-EB6757C2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005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8824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33CD2C3-C05F-4DBD-880A-CD33D06C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trips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54AAD5-2174-45A2-BEB6-D6EAAA01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8387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user_id FK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809D9D-78B2-423E-9CF7-95A681EC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863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destination_id FK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D68A20-B32A-41A9-A8E2-710C9F4A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334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days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A78B579-DE18-4757-B8F2-DBA26549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816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total_cost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D73F57-94B4-43C7-AE31-ACFC51E9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8293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itinerary JSON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C863CA1-761C-40C6-B159-94DD1B08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95800"/>
            <a:ext cx="1714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7080D14-96B8-47C4-82ED-B84EFD95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958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18824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BF2692C-6776-4B86-AA32-CEF20647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bookings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ABF81ED-CE69-436A-8D7C-D907CA9B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339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user_id FK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946E52C-C912-439C-AB14-F8FD3D0C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1816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hotel_id FK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3C22B27-AD81-46A3-8E3E-0F23A3DD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4292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nights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1A6200-41E3-49CF-A125-29C3561E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6769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4B241DA-E138-416F-A768-5F5DB6FC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1714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24A2BE6-A580-431E-A4BC-1E077E44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>
              <a:alpha val="18824"/>
            </a:srgbClr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1EBE473-D8AA-48B2-9F9B-4F6A103D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720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615B90F-4F42-4192-B5C2-1E7A6F01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339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user_id FK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6C30583-843B-4278-B7AD-678F3D2C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816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destination_id FK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520B810-6C19-4F14-92F0-D908F0D7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292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rating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4972480-16D2-463E-8542-500A1763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769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2BBFC69-DF83-4F6B-B215-09EAA038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6702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931F080-7866-4BD7-8C87-2D0D2C7E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57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A34248B-1927-4F0E-8DB0-A0779E8C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05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70B64A4-275F-415C-9314-3FD56A50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384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97E921B-16E6-42EC-AA21-721920AB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57500"/>
            <a:ext cx="379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FE587B6-3941-4F6B-9047-E3D1280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384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90DC51D-7167-4325-940B-B44CCEBA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19450"/>
            <a:ext cx="38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F50CF7A-9999-49ED-8D1E-5032CCC7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57550"/>
            <a:ext cx="1600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3E8337B-F404-4D63-9A2F-6D341277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7529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6B29261-8B1E-4DF2-9C48-422794C9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00400"/>
            <a:ext cx="2705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439B74A-A43D-4382-B766-C3FBCE06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48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29C128E-EC57-4457-999D-D4C37DAF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00400"/>
            <a:ext cx="5734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63189A8-7035-49C9-90B3-168F52B2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48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38C46E0-5BF1-4FE8-A368-0FB3BB18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TripSmart project deck / 06</a:t>
            </a:r>
          </a:p>
        </p:txBody>
      </p:sp>
    </p:spTree>
    <p:extLst>
      <p:ext uri="{BB962C8B-B14F-4D97-AF65-F5344CB8AC3E}">
        <p14:creationId xmlns:p14="http://schemas.microsoft.com/office/powerpoint/2010/main" val="11293299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585528-2986-4934-B558-9A134B1C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B7C3A-3654-4AD7-98B7-0D827867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D961C-BA30-4369-93DF-66A1FF15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FF996-CEE8-461E-9F3A-ED7F0AC9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C7C0A-BDD0-476F-8331-908B76B4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E4157-7FF0-4F3C-8E34-BBB77312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527B5-01EB-4332-A6D0-D4E495C2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E7104-62DA-47D5-BF0E-E5B187D3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D2323-9D3C-499F-8C3C-9E874045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F4FDA-3320-42F3-A046-D705F065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E6952-EAB0-4092-90E6-19CE318F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F656D-5710-44C7-A1BD-C9E099CD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B7E3F-F0C7-45A6-9E5B-5AF42652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33416-D93E-459E-9C63-B06D83E4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B69F9-CF50-4D3D-A819-E6BB73C7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5C3CC-0B15-426E-A0C3-EE64CDB8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D40A8-1639-4442-8DEB-CD2BE874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D050C-FDD1-47CC-88A3-D92BFBA6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331C5-3D0C-4524-8480-FBD36F04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FB96D-4AE9-4D3C-8B04-0F6C49E8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94015-1F76-4279-BD05-66F88F4C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AB8BC-716B-497A-80FE-859523C0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B0A5D5-4AEA-45CB-B0F9-2FBA5B2E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661EA-F216-4F5C-BE8D-6CAC67E1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5C64D-0633-423E-B743-15D833C3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3B72CC-8E29-4215-AABB-EB2AC448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D18FCA-9650-4C43-8D6C-B93E4EE2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15B911-85F8-4479-BFB5-EFF664D3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7AD12D-235D-4246-A52E-E3A107CB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78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CDBAF33-2D59-4FC8-AE76-F9B27443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05C90FB-E0F4-46E7-9931-37C5F493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BACKEND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881897-36B1-4ECA-A868-F0933CAF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Routes are tied directly to visible app actions, so the demo can prove the backend.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B7C967-EE24-4032-AE85-E917AD96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3BF6A6-FACA-482D-95E2-3DE0F548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38350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B3C2DB-F263-43CA-8B65-C747C7BC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383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B20B18-C7D6-4D3C-9DAB-266FAAFB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What it proves in the product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463EF8-A93F-4B28-B9F2-8BC3B849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DFD7B9-61DB-4C79-8D5F-4ADAA300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14118"/>
            </a:srgbClr>
          </a:solidFill>
          <a:ln xmlns:a="http://schemas.openxmlformats.org/drawingml/2006/main" w="9525">
            <a:solidFill>
              <a:srgbClr val="38BDF8">
                <a:alpha val="50196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156A3C-10B1-4594-9122-E67A3601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384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E4CF85-5D59-440B-A2F8-C9611EDE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2887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/api/login / register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317730-591B-4A27-959F-76922C38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288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Authenticates or creates traveller accounts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33300E-D9A4-462E-BAFE-D34AE488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336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6AEF1A-BF1D-4122-BBA7-AAB426CA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9875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4118"/>
            </a:srgbClr>
          </a:solidFill>
          <a:ln xmlns:a="http://schemas.openxmlformats.org/drawingml/2006/main" w="9525">
            <a:solidFill>
              <a:srgbClr val="14B8A6">
                <a:alpha val="50196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B152EC-39C6-482E-9429-9BC65C3F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0E5AFF-647A-40E1-9F11-0CA0D9EC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575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/api/destinations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D331BC-4F6C-49B6-A581-B1E6A951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575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Loads season-filterable destination cards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3418C2-1AAA-4341-8671-9137DCBA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22AAF4-C197-4AC8-821C-0D070A6E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4118"/>
            </a:srgbClr>
          </a:solidFill>
          <a:ln xmlns:a="http://schemas.openxmlformats.org/drawingml/2006/main" w="9525">
            <a:solidFill>
              <a:srgbClr val="14B8A6">
                <a:alpha val="50196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11AD85-984B-4A34-A7FD-382930B5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D4B9EE-6226-4576-A4C7-A0594F62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861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/api/destinations/:id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4CB70C-F645-4977-B114-5AEC20E5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8612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Loads places, hotels, services, reviews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C35672-D1CA-4783-9377-EB6BC9AC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909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4E05E1-90BB-4EE3-A2DA-4CA7135B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67125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>
              <a:alpha val="14118"/>
            </a:srgbClr>
          </a:solidFill>
          <a:ln xmlns:a="http://schemas.openxmlformats.org/drawingml/2006/main" w="9525">
            <a:solidFill>
              <a:srgbClr val="FB7185">
                <a:alpha val="50196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EEA1C0-3F81-4919-876B-630656F8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24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0E7585-07A6-449A-9EEE-4438AC8B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147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/api/saved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D26C13-BE0E-465F-9282-C9A4172F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Toggles favorites in saved_places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1DE152-58F4-4FBC-B5CA-BDC7ABC8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9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037273-6C69-4FC3-A577-08B4299A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14118"/>
            </a:srgbClr>
          </a:solidFill>
          <a:ln xmlns:a="http://schemas.openxmlformats.org/drawingml/2006/main" w="9525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CA7E71-9E67-4AB0-AD09-F2DD473A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2E8DED-57A5-49E6-9480-283C5FC2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4337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/api/trips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1A7901-F64B-4DA1-9618-568FF04A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433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Generates budget + itinerary and stores trip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E83D8B4-2C41-4275-8227-C1DA7FDE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0CA203-10C5-4C23-9B39-35A429C9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>
              <a:alpha val="14118"/>
            </a:srgbClr>
          </a:solidFill>
          <a:ln xmlns:a="http://schemas.openxmlformats.org/drawingml/2006/main" w="9525">
            <a:solidFill>
              <a:srgbClr val="FBBF24">
                <a:alpha val="50196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D429ECC-9AA2-478D-A998-9A7ED801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815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30AF91-9F51-4B84-A990-59980D20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720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/api/bookings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C45943-DEFE-42BA-ABD9-0D6E99BC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72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Confirms a hotel booking record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42B7CE-628C-483C-A72B-F05D9323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B3E7B1-8502-48DF-9278-C3D554D3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>
              <a:alpha val="14118"/>
            </a:srgbClr>
          </a:solidFill>
          <a:ln xmlns:a="http://schemas.openxmlformats.org/drawingml/2006/main" w="9525">
            <a:solidFill>
              <a:srgbClr val="FB7185">
                <a:alpha val="50196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1FA12A5-6B6A-49CB-9E95-F1C067AD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7FB33F-D034-4FFB-AEB0-465B7AA7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006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/api/reviews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68A8D14-5DE0-4A9F-B431-99A5CCE6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0062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Stores traveller feedback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836760-649C-46DA-9EBE-2E04D47D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TripSmart project deck / 07</a:t>
            </a:r>
          </a:p>
        </p:txBody>
      </p:sp>
    </p:spTree>
    <p:extLst>
      <p:ext uri="{BB962C8B-B14F-4D97-AF65-F5344CB8AC3E}">
        <p14:creationId xmlns:p14="http://schemas.microsoft.com/office/powerpoint/2010/main" val="3960338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25A17-3219-43D9-B28B-6E0C0A69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A56C8-4545-4407-BC8B-E0F3BF21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2662A-B689-48FD-B08C-CC50C33D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CE2EB-A031-4E3C-971C-55CE78AA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1743A-1F03-450C-A20C-3557EA2E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CFC99-C20E-4F88-BCA9-19983A25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D34F1-7857-4AD0-BFB7-58EA8CD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1AA9B-9A1E-4AD8-89D3-0ACD6C94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55620-CEFF-48B2-B0A9-1E57B35D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A9778-8902-4B23-AB52-C6C9A34D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2F08C-FBDB-4BE9-AC22-C2554C3D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F016E-155A-4856-9266-5F7F2A59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E898E-1030-4E58-B32F-C2D5FF8E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C192D-F33F-4C34-ABE0-745F9C69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F7AC8-705B-47CD-A138-CAD77F90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FAF8C-CF22-40AA-BE38-38316CF7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AD4CC-D49C-4277-85FD-182B83A4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3CF7E-75B7-48DD-8142-A364F259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72DD8-CE15-41F9-B4F4-E9BA9711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EBCD6-349F-443B-B7C2-4E97BA19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B3BDA-1032-4E10-80E6-7485896E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1EB26-C0D7-4E21-8CD7-D79DB49E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2E2E6-BC9A-4EF6-9C05-D0039A4F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DD84A-2454-4F28-A342-55F91138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FF4E2-53B1-4B40-A1F4-D5B3A49D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1579B-5D61-4C1B-8AB3-65D49C55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631E28-86AE-470C-82AE-C2DC7183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A623CC-85FF-4118-BD6F-6AED36BC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B20F03-7C43-46B5-AFFD-E614DF46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78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A5EFE83-2DD8-4572-A1E3-82B63359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65D5C42-7505-4E92-839D-02F04A01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2AA6E2-668B-42B3-A322-C65E0295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two-minute walkthrough can prove UI quality and database persistence.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B71E41-DB65-4974-9CC6-E152D283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88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14902"/>
            </a:srgbClr>
          </a:solidFill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D378BF-D210-4581-9535-DDB4B093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125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A49D5D-FB85-4761-B4D2-0E652B5D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847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9FF251-4E3D-4693-B004-9AB0D6DE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Sign 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BD39C3-5297-4599-B57E-DB103FCF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Use demo@tripsmart.in / demo123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584E6C-CD60-45BF-B55A-DF730532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19375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7818FB-DDEE-4225-B303-CEF31721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717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38E9EE-9E80-4A5C-84C9-68FB5D40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288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>
              <a:alpha val="14902"/>
            </a:srgbClr>
          </a:solidFill>
          <a:ln xmlns:a="http://schemas.openxmlformats.org/drawingml/2006/main" w="28575">
            <a:solidFill>
              <a:srgbClr val="14B8A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823192-230D-4F4C-AE1B-023F1C11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9B30F6-993D-4A07-B2FB-A0B8FE9A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86150"/>
            <a:ext cx="1847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ED0F7F-17AE-4693-B143-F5377CED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CD3C93-1A10-4F98-A117-9DBEB061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3860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Filter destinations by season and open a guide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1DD6EF-14DC-44A1-8C40-D716FB76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19375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5C0D88-31EE-42B4-B1FF-3C15479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717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CA85D3-F093-4F05-A2F7-56736C86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288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>
              <a:alpha val="14902"/>
            </a:srgbClr>
          </a:solidFill>
          <a:ln xmlns:a="http://schemas.openxmlformats.org/drawingml/2006/main" w="28575">
            <a:solidFill>
              <a:srgbClr val="F9731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F664B0-B281-45F7-87E6-0478CFD0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8125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C75929-63B3-4EB2-9B82-E346EB6B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86150"/>
            <a:ext cx="1847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98F93E-809F-4BA5-BEE6-41449A28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957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4083E8-9B5D-45E3-A80C-BABC34EE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3860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Generate a trip with days + travel mode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A73075-8A76-4F58-B1C4-079666D1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19375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899146-790D-4271-9543-10C39F51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717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AF874F-566A-4250-BFBC-9494A414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>
              <a:alpha val="14902"/>
            </a:srgbClr>
          </a:solidFill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B2AC70-287C-45C8-9ECF-FEE8CEF5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B331D4-614B-45A6-B9FF-11A755C8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86150"/>
            <a:ext cx="1847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CB7454-B8CC-4956-9299-1D553CB8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Book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F5CB84-6345-4C98-AF97-AAB95BD3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Confirm a hotel and show toast feedback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E1516D-247C-4F39-BFB5-24EBA5A4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19375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054A37-19CA-4090-AB6A-023DF1DD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5717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7BAFE11-A504-4040-ACA8-F98CEFEB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288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>
              <a:alpha val="14902"/>
            </a:srgbClr>
          </a:solidFill>
          <a:ln xmlns:a="http://schemas.openxmlformats.org/drawingml/2006/main" w="28575">
            <a:solidFill>
              <a:srgbClr val="FB718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1E3751-5DB1-4315-86B7-89664559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8125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49DED5-D493-4A9D-8759-FA36714F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86150"/>
            <a:ext cx="1847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F98898-1549-4DA8-8BAF-DAD0D495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957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282909-76D3-4001-8136-6BA110AB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3860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Save feedback from profile page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1BBDF2D-4B0C-497C-BF9A-036CAACD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9590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6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4F85AA-6543-41CD-8880-C0474153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Proof moment: refresh the app after generating a trip. The stored trip remains because it is in SQLite, not just React state.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800244D-46E4-4656-B83C-44B6AC2D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TripSmart project deck / 08</a:t>
            </a:r>
          </a:p>
        </p:txBody>
      </p:sp>
    </p:spTree>
    <p:extLst>
      <p:ext uri="{BB962C8B-B14F-4D97-AF65-F5344CB8AC3E}">
        <p14:creationId xmlns:p14="http://schemas.microsoft.com/office/powerpoint/2010/main" val="18115091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049DB-2B2B-4562-ACBD-B5BB3B03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F2344-4DB4-43A4-84EE-A76DDC18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0A537-DBB7-4D8E-8FBD-A5F1C300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7FF28-F9CF-459E-89C6-00E8E566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FAA72-85B2-4EB9-A3CD-4C829675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D33F5-87FE-4881-8D65-B17C36F8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4FC3A-094D-4C34-8A3C-82E9EB90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BD837-B7D8-40F0-B2C2-F8390D98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3C5DE-7C15-49A0-B694-7D02C2FC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B8E18-89A0-4F44-ACD2-ABFED243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14C98-96D6-40DF-8039-CAAC65BF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1C314-6AA6-4F9B-BA82-70148067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7D01E-08DA-4EE0-AE6E-4C880E91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2C7F2-5986-4BB5-A9E3-9472377D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316C9-AF7D-460F-9923-3981C52F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2F747-FDEF-4755-A233-EC7201DF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1DA63-1CBE-4A6C-83BB-9AF3F3BD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25053-82AF-45BE-8DE3-856F7431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86C0B-D6A8-405E-88A8-FD618CFD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72A8A-DD54-4C77-B336-1B331EDB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75D19-5AE8-4F00-BDB1-9DFB8BFF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D0821-0C98-44AD-80A4-38B40C9B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9FBD43-C0F0-45B6-BCDF-F63F1D7A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255CF7-E963-423A-AE62-DEE763D2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D7501F-1328-4841-BD2E-78E90589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FD9BA8-1492-4D29-AE52-FC2DB8DD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7DA5FD-3FD1-4141-A09E-66E41D01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6AF001-9613-4273-8983-DDBB1FF8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E366C1-D164-4EB1-9ED4-330471A2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781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2A04990-AAAD-415E-AD7A-32049E37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4E867D8-A269-4E45-8145-D73B2FA9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STATUS + SCOPE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4BFC69-3F62-4A31-BFD4-F2D41C8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project is presentation-ready, with clear next steps for a stronger release.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25405C-363F-41F7-9BE6-9371403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C94F96-232B-4F29-8D73-E9BA12F7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Built and working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F9C88D-7024-41C3-9014-85D20349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FE7525-34DD-438B-BB11-891C5DA0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05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Responsive travel dashboard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CB25F8-E7F8-4B3B-9E18-623587CD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57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328DB5-7C9C-4660-BAC7-FFDDC7B6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765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Node backend with API routes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FE1857-3129-4CF3-A8F1-6CB6551F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7F9CA5-D34C-447D-9380-530E82B1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48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SQLite database seeded on run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E4A5D0-8CD1-4A81-92AE-0E47B657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00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A61648-06FA-466B-8FFD-A542AD37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195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Persistent trips, bookings, reviews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18E2EA-574E-47D5-85FD-5D7016A4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2F1749-57BD-4DC8-B6F3-0A99217F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Demo login and README instructions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7B60BF-D7F1-4604-B820-AA2A2D00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478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1DB360-0C93-4651-AB30-FA31FF15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Future upgrades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AC4D7E-DF1F-47F6-8838-6F231BB4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14118"/>
            </a:srgbClr>
          </a:solidFill>
          <a:ln xmlns:a="http://schemas.openxmlformats.org/drawingml/2006/main" w="9525">
            <a:solidFill>
              <a:srgbClr val="38BDF8">
                <a:alpha val="50196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9A3CDC-1737-45E5-8CD4-AA8EBF4D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Maps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E03A25-9F41-4F74-988E-CFE70905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32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Integrate real map/GPS provider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4A864D-800F-4379-9DB2-30603C30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575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>
              <a:alpha val="14118"/>
            </a:srgbClr>
          </a:solidFill>
          <a:ln xmlns:a="http://schemas.openxmlformats.org/drawingml/2006/main" w="9525">
            <a:solidFill>
              <a:srgbClr val="FB7185">
                <a:alpha val="50196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9C1780-EE06-4E93-BFA4-56F3B3DB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1467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C995A4-F88C-4ABC-BC3E-36BC0440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146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Use salted password hashing + sessions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6C8693-416F-4806-917D-E02E9F7F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>
              <a:alpha val="14118"/>
            </a:srgbClr>
          </a:solidFill>
          <a:ln xmlns:a="http://schemas.openxmlformats.org/drawingml/2006/main" w="9525">
            <a:solidFill>
              <a:srgbClr val="14B8A6">
                <a:alpha val="50196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175A21-B694-4161-8796-DF5DEBA9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071B97-126D-4055-A0E4-506FDFE7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 for destination/hotel data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585B62-3AFC-4029-8E18-14AB5688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0047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14118"/>
            </a:srgbClr>
          </a:solidFill>
          <a:ln xmlns:a="http://schemas.openxmlformats.org/drawingml/2006/main" w="9525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1C5C87-20C4-4648-A835-BE23899A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5762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B02798-8585-4070-95DC-703D438C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Personalized itinerary generation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9474AE-9665-4A1D-9B1D-06B119CA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719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>
              <a:alpha val="14118"/>
            </a:srgbClr>
          </a:solidFill>
          <a:ln xmlns:a="http://schemas.openxmlformats.org/drawingml/2006/main" w="9525">
            <a:solidFill>
              <a:srgbClr val="FBBF24">
                <a:alpha val="50196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902B93E-BE7E-40DD-B217-B166A5DA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291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1702C9-EE9E-4182-8DBF-4ABDEF31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291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Host frontend, API, and managed DB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3B9ADD-2654-4530-BE48-F94865AD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6"/>
          </a:solidFill>
          <a:ln xmlns:a="http://schemas.openxmlformats.org/drawingml/2006/main" w="9525">
            <a:solidFill>
              <a:srgbClr val="2D3A4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1CA781-EC35-43F3-8F19-7245E3F8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Run locally: npm start  •  Open http://localhost:4173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23E2C7-58D0-42A6-A37B-7517CF46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TripSmart project deck / 09</a:t>
            </a:r>
          </a:p>
        </p:txBody>
      </p:sp>
    </p:spTree>
    <p:extLst>
      <p:ext uri="{BB962C8B-B14F-4D97-AF65-F5344CB8AC3E}">
        <p14:creationId xmlns:p14="http://schemas.microsoft.com/office/powerpoint/2010/main" val="1355606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2026-05-21T16:05:33.4640000Z</dcterms:created>
  <dcterms:modified xsi:type="dcterms:W3CDTF">2026-05-21T16:05:33.4640000Z</dcterms:modified>
</coreProperties>
</file>